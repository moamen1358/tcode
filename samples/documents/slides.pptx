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7" Type="http://schemas.openxmlformats.org/officeDocument/2006/relationships/viewProps" Target="viewProps.xml" /><Relationship Id="rId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9" Type="http://schemas.openxmlformats.org/officeDocument/2006/relationships/tableStyles" Target="tableStyles.xml" /><Relationship Id="rId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Tessera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Sample Deck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Tessera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minimal tiling terminal workspace.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Viewers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Images and vectors</a:t>
            </a:r>
          </a:p>
          <a:p>
            <a:pPr lvl="0"/>
            <a:r>
              <a:rPr/>
              <a:t>PDF and office documents</a:t>
            </a:r>
          </a:p>
          <a:p>
            <a:pPr lvl="0"/>
            <a:r>
              <a:rPr/>
              <a:t>Highlighted text &amp; code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BridgeShot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Capture, draw numbered boxes, label them, export a PNG.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Tessera</dc:title>
  <dc:creator>Sample Deck</dc:creator>
  <cp:keywords/>
  <dcterms:created xsi:type="dcterms:W3CDTF">2026-06-19T00:36:35Z</dcterms:created>
  <dcterms:modified xsi:type="dcterms:W3CDTF">2026-06-19T00:36:35Z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